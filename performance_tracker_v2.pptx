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09728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⚽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2880" y="3337560"/>
            <a:ext cx="109728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13716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Football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20624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Tkinter · JSON · Matplotlib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342900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333333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3456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0" y="342900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333333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3456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342900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333333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56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342900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333333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3456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47914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scolaire — Interface graphique desktop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quoi ce projet 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73152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desktop Python permettant de gérer et suivre les performances de footballeurs.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saisit les statistiques de chaque joueur : buts, passes décisives et matchs joués. Les données sont automatiquement sauvegardées et rechargées à chaque démarrage.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4114800" cy="7315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92040" y="1737360"/>
            <a:ext cx="3794760" cy="384048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792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Ajouter un joueur avec ses stats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2231136"/>
            <a:ext cx="3794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Supprimer un joueur du tableau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2724912"/>
            <a:ext cx="3794760" cy="384048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779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Sauvegarde automatique (JSON)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3218688"/>
            <a:ext cx="3794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273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Graphique camembert par poste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3712464"/>
            <a:ext cx="3794760" cy="384048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767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Calcul automatique du G/A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4206240"/>
            <a:ext cx="3794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42611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Interface dark mode Tkinter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3 fichiers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64008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6128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18745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&amp; Données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Footballeur 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PerformanceManager.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JSON 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de statistiques.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743200" cy="6400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16128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ui.py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10128" y="18745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fenêtre Tkinter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formulaire, tableau,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et graphique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97280"/>
            <a:ext cx="2743200" cy="640080"/>
          </a:xfrm>
          <a:prstGeom prst="rect">
            <a:avLst/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16128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36208" y="18745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377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l'application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 lignes.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la fenêtre 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 la boucle.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 →  importe  ui.py  →  importe  models.py  ·  On lance uniquement  python main.py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 — La logique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374904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Footballeur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749040" cy="658368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465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0025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un joueur : nom, poste, buts, passes_d,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matchs. Date automatique avec date.today().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5054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total_individuel()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7614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le G/A du joueur 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self.buts + self.passes_d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3749040" cy="658368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2644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to_dict()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520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Convertit l'objet Python en dictionnaire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pouvoir le sauvegarder en JSON.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68496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023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from_dict()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2793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Recrée un objet Footballeur depuis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dictionnaire lu dans le fichier JSON.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97280"/>
            <a:ext cx="109728" cy="3749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PerformanceManager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1691640"/>
            <a:ext cx="3749040" cy="530352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173736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ajouter()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47488" y="19659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un Footballeur, l'ajoute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liste et sauvegarde.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304288"/>
            <a:ext cx="3749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35000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supprimer(index)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47488" y="25786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 le joueur à la position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 puis sauvegarde.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916936"/>
            <a:ext cx="3749040" cy="530352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2962656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total_buts / passes()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47488" y="31912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Additionne les stats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joueurs.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3529584"/>
            <a:ext cx="3749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3575304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buts_par_poste()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47488" y="38039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{ poste: total_buts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graphique.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4142232"/>
            <a:ext cx="3749040" cy="530352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418795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sauvegarder / charger()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47488" y="4416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 et lit le fichier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footballeurs.json.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ui.py — L'interface Tkinter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73152" cy="82296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_build_header()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5270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 titre en haut de la fenêtre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4206240" cy="822960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57400"/>
            <a:ext cx="73152" cy="82296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_build_form()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4871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: Nom, Buts, Passes, Matchs + menu Poste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17520"/>
            <a:ext cx="73152" cy="82296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_build_table()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3447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Treeview avec toutes les colonnes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977640"/>
            <a:ext cx="4206240" cy="822960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977640"/>
            <a:ext cx="73152" cy="82296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_build_footer()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4407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Bandeau bas affichant le total G/A global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09728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097280"/>
            <a:ext cx="73152" cy="82296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ajouter_footballeur()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01768" y="15270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le formulaire et appelle manager.ajouter()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057400"/>
            <a:ext cx="4206240" cy="822960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057400"/>
            <a:ext cx="73152" cy="82296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supprimer_footballeur()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01768" y="24871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Récupère l'index sélectionné et supprime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0175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017520"/>
            <a:ext cx="73152" cy="82296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1768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rafraichir_tableau()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01768" y="3447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 et reremplit le tableau après chaque action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977640"/>
            <a:ext cx="4206240" cy="822960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977640"/>
            <a:ext cx="73152" cy="82296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01768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afficher_graphique()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01768" y="4407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Camembert Matplotlib des buts par poste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Python utilisés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384048" cy="82296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5331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__init__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Footballeur / PerformanceManager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206240" cy="822960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97280"/>
            <a:ext cx="384048" cy="82296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5331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@classmethod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Footballeur.from_dict(data)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57400"/>
            <a:ext cx="384048" cy="82296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1343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2487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[f.to_dict() for f in self.footballeurs]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057400"/>
            <a:ext cx="4206240" cy="822960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057400"/>
            <a:ext cx="384048" cy="82296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31343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2487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int(buts) → erreur si texte saisi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17520"/>
            <a:ext cx="384048" cy="8229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735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json.dump / json.load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3447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Sauvegarde dans footballeurs.json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017520"/>
            <a:ext cx="4206240" cy="822960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017520"/>
            <a:ext cx="384048" cy="8229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2735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0" y="3447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tk.Entry, ttk.Treeview, tk.Button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97764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977640"/>
            <a:ext cx="384048" cy="8229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2336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7240" y="4407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ax.pie(totaux.values(), labels=totaux.keys())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977640"/>
            <a:ext cx="4206240" cy="822960"/>
          </a:xfrm>
          <a:prstGeom prst="rect">
            <a:avLst/>
          </a:prstGeom>
          <a:solidFill>
            <a:srgbClr val="F5F0EB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3977640"/>
            <a:ext cx="384048" cy="8229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2336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0352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03520" y="4407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f"{self.buts} buts | {self.passes_d} passes"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Persistance — footballeurs.json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846320" cy="3749040"/>
          </a:xfrm>
          <a:prstGeom prst="rect">
            <a:avLst/>
          </a:prstGeom>
          <a:solidFill>
            <a:srgbClr val="1C1C1E"/>
          </a:solidFill>
          <a:ln w="12700">
            <a:solidFill>
              <a:srgbClr val="2D2D2D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footballeurs.json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484632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56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396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D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"nom":      "Mbappé",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D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"poste":    "Attaquant",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066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"buts":     30,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990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"passes_d": 10,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273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"matchs":   35,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5570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C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"date":     "2026-04-07",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840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"total_ga": 40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123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407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94960" y="1097280"/>
            <a:ext cx="34747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1097280"/>
            <a:ext cx="3474720" cy="73152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 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32120" y="1719072"/>
            <a:ext cx="347472" cy="347472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75564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ajoute un joueur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32120" y="2313432"/>
            <a:ext cx="347472" cy="347472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3500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932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to_dict() convertit l'objet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2907792"/>
            <a:ext cx="347472" cy="347472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294436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json.dump() écrit le fichier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32120" y="3502152"/>
            <a:ext cx="347472" cy="347472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35387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89320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démarrage : json.load()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532120" y="4096512"/>
            <a:ext cx="347472" cy="347472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41330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932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from_dict() recrée les objets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Lancer le projet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0" cy="169164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91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261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le dossier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dossier  performance_tracker/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placer :  models.py · ui.py · main.py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97280"/>
            <a:ext cx="640080" cy="16916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91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261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matplotlib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terminal dans le dossier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matplotlib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17520"/>
            <a:ext cx="640080" cy="169164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611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3182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l'application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657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terminal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main.py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0175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017520"/>
            <a:ext cx="640080" cy="16916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611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3182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parti !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657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fenêtre s'ouvre. Les données sont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sauvegardées dans footballeurs.json.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0" y="731520"/>
            <a:ext cx="4754880" cy="118872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0" y="731520"/>
            <a:ext cx="91440" cy="118872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868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577840" y="868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Python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7784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propre et lisible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2148840"/>
            <a:ext cx="4754880" cy="118872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0" y="2148840"/>
            <a:ext cx="91440" cy="118872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2286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577840" y="2286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Python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JSON, GUI, graphiques...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3566160"/>
            <a:ext cx="4754880" cy="118872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0" y="3566160"/>
            <a:ext cx="91440" cy="118872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3703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G/A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577840" y="3703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calculée en live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buts + passes décisives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4800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scolaire Python · Interface graphique Tkinter · Gustave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Tracker - Projet Python</dc:title>
  <dc:subject>PptxGenJS Presentation</dc:subject>
  <dc:creator>PptxGenJS</dc:creator>
  <cp:lastModifiedBy>PptxGenJS</cp:lastModifiedBy>
  <cp:revision>1</cp:revision>
  <dcterms:created xsi:type="dcterms:W3CDTF">2026-04-08T18:15:54Z</dcterms:created>
  <dcterms:modified xsi:type="dcterms:W3CDTF">2026-04-08T18:15:54Z</dcterms:modified>
</cp:coreProperties>
</file>